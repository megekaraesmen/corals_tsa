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76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88D24-5A6A-C29B-9DBF-D7944C502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FADD8-F109-FF06-81C4-C207D555D4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84CFB-98D2-15D9-EAD0-41F4C04D9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97B2-55B7-4647-8E30-3E9A56FAE08E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93FC5-513F-7300-EB17-89B8F289D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AEDC3-60F0-CB2B-F3A5-291ECF6F7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4F3A-723D-4269-B674-0476C49DE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430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50DCC-474C-744C-585B-7F7A34216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25ED6-3F7C-7B83-10D5-4D1CCE473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D3EBD-7352-CB87-F850-3191A6064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97B2-55B7-4647-8E30-3E9A56FAE08E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F196C-F144-5DE3-06D0-B790D5EAC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9AF62-89A6-A4A8-75E6-3240E9319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4F3A-723D-4269-B674-0476C49DE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27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9D6EE-47E1-25F7-E439-F6AE9EF54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36E46-1DFD-E676-09A0-663028C1A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B9E75-A85D-E232-8A3D-88106C299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97B2-55B7-4647-8E30-3E9A56FAE08E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B49DC-ABB3-4483-43A7-F71E85E2F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295F5-78F1-6124-F718-EBD2979E3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4F3A-723D-4269-B674-0476C49DE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12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3A7ED-FC49-1F35-6372-E71D33DE6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51192-81A3-0B42-D606-E1B53D7608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24D45-89D4-EA88-63A1-353402DAA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BCE402-797B-3C41-96E3-FC6DD254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97B2-55B7-4647-8E30-3E9A56FAE08E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8FE44-D581-07F2-2941-6F0A346C1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F1EBF5-CC48-A840-CCD9-740613F62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4F3A-723D-4269-B674-0476C49DE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618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8F4D1-7D75-933F-E429-44F023B6F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DCDB6-07B6-47DB-3174-0BFF8630E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CB09A-E6BE-D5DC-AD39-43C4887F3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9E804-8F51-41F5-53A1-53B70E6989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139E59-80BA-0EAB-7532-2D21F09EB0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B10130-219E-980C-3D62-EC62F7C4F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97B2-55B7-4647-8E30-3E9A56FAE08E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2D114A-3199-13C4-2C1E-E2482CD2C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CD089B-C263-F644-63E5-CDA0609EB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4F3A-723D-4269-B674-0476C49DE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39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F69C1-596B-70E2-FB98-D6C933F9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14496-8285-CFAA-AE2F-FD25523B5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97B2-55B7-4647-8E30-3E9A56FAE08E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54A6AB-EB3F-02AC-4AC0-5095EF3C4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6F33B-271C-A512-3A57-9C2DFF2F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4F3A-723D-4269-B674-0476C49DE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376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55FDA-1291-4BCE-EB12-CC7B966FB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97B2-55B7-4647-8E30-3E9A56FAE08E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C2A8A-4950-5F73-ED1D-53D3300A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DEEBF-890B-0DBD-5424-4E665EDA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4F3A-723D-4269-B674-0476C49DE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90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FCE1D-D73E-37A5-756E-3B8580922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3A054-DC55-4C7A-1FA4-00622DD6A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93DDF2-5A3C-A767-7683-05BFE8B67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DB85F-DF01-6FE0-1161-254F6AD04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97B2-55B7-4647-8E30-3E9A56FAE08E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108A8-B3A4-2277-52FA-FC102A150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1F18C-FBCE-8E8C-56D6-F69CAC7CD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4F3A-723D-4269-B674-0476C49DE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17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38606-D75F-2737-5F77-4901AD424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17BFDF-8781-6068-076A-8CA5C45A07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51EF70-AB77-79A6-BBAD-6145BBC19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A0FA2-3150-4BA8-CEB4-5E8416B29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97B2-55B7-4647-8E30-3E9A56FAE08E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7EA97-FC2C-65D8-7F86-CFA235D1D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BD1FD-EBF5-E0BA-A663-110E649F3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4F3A-723D-4269-B674-0476C49DE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949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194AD-B50F-6F33-EC36-E115C7963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B62AE8-1596-87EF-4097-49EE08D8C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CCF12-CBF7-F07A-D878-BD9C0D993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97B2-55B7-4647-8E30-3E9A56FAE08E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2EC4F-BD43-98A4-E78E-CCCA063F5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B0C18-257B-54EA-A435-4A587902F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4F3A-723D-4269-B674-0476C49DE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9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2DEA7A-2FB9-119F-A5ED-AEF2E4D6F5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EF495-5A6E-C634-D3CD-29EA8D745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F9CDF-AD2A-D97F-C278-2038733A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97B2-55B7-4647-8E30-3E9A56FAE08E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2D7D0-08A0-B4CB-F1DF-33D7C6292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5E1D9-D372-628B-9D2A-B743CE397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4F3A-723D-4269-B674-0476C49DE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971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DCD299-CDD0-B7F4-95E2-CB539460B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4A612-51F3-A5AA-39A1-539E42248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4EDF8-625B-FBE6-698D-0C535D804F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197B2-55B7-4647-8E30-3E9A56FAE08E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CC22A-F630-3631-129D-905D76956B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A5E6F-21B2-6D14-95D9-FF3C48F2F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6B4F3A-723D-4269-B674-0476C49DE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6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D0748D4-CB00-5A65-D994-B3764A397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" b="464"/>
          <a:stretch/>
        </p:blipFill>
        <p:spPr>
          <a:xfrm>
            <a:off x="1442357" y="132528"/>
            <a:ext cx="9307285" cy="65929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CF7EEB2-4E5E-4624-D536-AD1879FCBA24}"/>
              </a:ext>
            </a:extLst>
          </p:cNvPr>
          <p:cNvSpPr txBox="1"/>
          <p:nvPr/>
        </p:nvSpPr>
        <p:spPr>
          <a:xfrm>
            <a:off x="5732493" y="2112253"/>
            <a:ext cx="2058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  <a:highlight>
                  <a:srgbClr val="C0C0C0"/>
                </a:highlight>
              </a:rPr>
              <a:t>Horizontal Paths</a:t>
            </a:r>
            <a:endParaRPr lang="en-US" dirty="0">
              <a:solidFill>
                <a:srgbClr val="FF0000"/>
              </a:solidFill>
              <a:highlight>
                <a:srgbClr val="C0C0C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FA6FDE-6A1E-C6BF-8A36-46C578F4C6F6}"/>
              </a:ext>
            </a:extLst>
          </p:cNvPr>
          <p:cNvSpPr txBox="1"/>
          <p:nvPr/>
        </p:nvSpPr>
        <p:spPr>
          <a:xfrm>
            <a:off x="7110966" y="2769217"/>
            <a:ext cx="2058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FF00"/>
                </a:solidFill>
                <a:highlight>
                  <a:srgbClr val="808080"/>
                </a:highlight>
              </a:rPr>
              <a:t>Vertical Paths</a:t>
            </a:r>
            <a:endParaRPr lang="en-US" dirty="0">
              <a:solidFill>
                <a:srgbClr val="FFFF00"/>
              </a:solidFill>
              <a:highlight>
                <a:srgbClr val="808080"/>
              </a:highligh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E82C0B-27F4-1116-DD7F-3272267AAE9D}"/>
              </a:ext>
            </a:extLst>
          </p:cNvPr>
          <p:cNvCxnSpPr>
            <a:cxnSpLocks/>
          </p:cNvCxnSpPr>
          <p:nvPr/>
        </p:nvCxnSpPr>
        <p:spPr>
          <a:xfrm flipV="1">
            <a:off x="8578497" y="4686433"/>
            <a:ext cx="1549753" cy="63411"/>
          </a:xfrm>
          <a:prstGeom prst="line">
            <a:avLst/>
          </a:prstGeom>
          <a:ln w="444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14C0EF1-C437-A0D2-D708-CBA89092B276}"/>
              </a:ext>
            </a:extLst>
          </p:cNvPr>
          <p:cNvSpPr txBox="1"/>
          <p:nvPr/>
        </p:nvSpPr>
        <p:spPr>
          <a:xfrm>
            <a:off x="8140050" y="4317101"/>
            <a:ext cx="17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808080"/>
                </a:highlight>
              </a:rPr>
              <a:t>Prior Results F*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927C28-6BEE-2770-80B4-D511B79E7545}"/>
              </a:ext>
            </a:extLst>
          </p:cNvPr>
          <p:cNvSpPr txBox="1"/>
          <p:nvPr/>
        </p:nvSpPr>
        <p:spPr>
          <a:xfrm>
            <a:off x="2573927" y="132528"/>
            <a:ext cx="2058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7617"/>
                </a:solidFill>
                <a:highlight>
                  <a:srgbClr val="C0C0C0"/>
                </a:highlight>
              </a:rPr>
              <a:t>Die Down Surface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5FC2AA-7278-2D00-9C4E-727C9CC92983}"/>
              </a:ext>
            </a:extLst>
          </p:cNvPr>
          <p:cNvSpPr txBox="1"/>
          <p:nvPr/>
        </p:nvSpPr>
        <p:spPr>
          <a:xfrm>
            <a:off x="8230154" y="5554065"/>
            <a:ext cx="39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highlight>
                  <a:srgbClr val="808080"/>
                </a:highlight>
              </a:rPr>
              <a:t>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4CEF95-5A8D-6627-848A-5764EC521911}"/>
              </a:ext>
            </a:extLst>
          </p:cNvPr>
          <p:cNvSpPr txBox="1"/>
          <p:nvPr/>
        </p:nvSpPr>
        <p:spPr>
          <a:xfrm>
            <a:off x="8514641" y="5183660"/>
            <a:ext cx="39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highlight>
                  <a:srgbClr val="808080"/>
                </a:highlight>
              </a:rPr>
              <a:t>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DB36DF-FF7F-3325-C47F-8106C6069911}"/>
              </a:ext>
            </a:extLst>
          </p:cNvPr>
          <p:cNvSpPr txBox="1"/>
          <p:nvPr/>
        </p:nvSpPr>
        <p:spPr>
          <a:xfrm>
            <a:off x="8563750" y="3883285"/>
            <a:ext cx="39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highlight>
                  <a:srgbClr val="808080"/>
                </a:highlight>
              </a:rPr>
              <a:t>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70CCE2-6E08-FF97-81C0-2D6EEF7A9EC7}"/>
              </a:ext>
            </a:extLst>
          </p:cNvPr>
          <p:cNvSpPr txBox="1"/>
          <p:nvPr/>
        </p:nvSpPr>
        <p:spPr>
          <a:xfrm>
            <a:off x="8427470" y="3155880"/>
            <a:ext cx="39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highlight>
                  <a:srgbClr val="808080"/>
                </a:highlight>
              </a:rPr>
              <a:t>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D39E29-039B-A1A2-8F98-42E9550ADC91}"/>
              </a:ext>
            </a:extLst>
          </p:cNvPr>
          <p:cNvSpPr txBox="1"/>
          <p:nvPr/>
        </p:nvSpPr>
        <p:spPr>
          <a:xfrm>
            <a:off x="8366433" y="2417216"/>
            <a:ext cx="39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highlight>
                  <a:srgbClr val="808080"/>
                </a:highlight>
              </a:rPr>
              <a:t>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961B6B-C482-3B51-8C85-6FA4F14742A5}"/>
              </a:ext>
            </a:extLst>
          </p:cNvPr>
          <p:cNvSpPr txBox="1"/>
          <p:nvPr/>
        </p:nvSpPr>
        <p:spPr>
          <a:xfrm>
            <a:off x="1857932" y="1763051"/>
            <a:ext cx="91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808080"/>
                </a:highlight>
              </a:rPr>
              <a:t>O &amp; 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00B33F-E2B5-3BEA-0DC7-39B90E3AAAC5}"/>
              </a:ext>
            </a:extLst>
          </p:cNvPr>
          <p:cNvSpPr txBox="1"/>
          <p:nvPr/>
        </p:nvSpPr>
        <p:spPr>
          <a:xfrm>
            <a:off x="3204132" y="1578385"/>
            <a:ext cx="91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808080"/>
                </a:highlight>
              </a:rPr>
              <a:t>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64C9F7-BE40-054C-A8BF-49FEEDF76716}"/>
              </a:ext>
            </a:extLst>
          </p:cNvPr>
          <p:cNvSpPr txBox="1"/>
          <p:nvPr/>
        </p:nvSpPr>
        <p:spPr>
          <a:xfrm>
            <a:off x="4550333" y="1680501"/>
            <a:ext cx="351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808080"/>
                </a:highlight>
              </a:rPr>
              <a:t>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2D6396-7417-96E9-117A-F6FE85926B1D}"/>
              </a:ext>
            </a:extLst>
          </p:cNvPr>
          <p:cNvSpPr txBox="1"/>
          <p:nvPr/>
        </p:nvSpPr>
        <p:spPr>
          <a:xfrm>
            <a:off x="5332823" y="1578385"/>
            <a:ext cx="293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808080"/>
                </a:highlight>
              </a:rPr>
              <a:t>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07707D-1F8A-DBDE-C845-39D7A7EAB7A8}"/>
              </a:ext>
            </a:extLst>
          </p:cNvPr>
          <p:cNvSpPr txBox="1"/>
          <p:nvPr/>
        </p:nvSpPr>
        <p:spPr>
          <a:xfrm>
            <a:off x="6320951" y="1393719"/>
            <a:ext cx="293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808080"/>
                </a:highlight>
              </a:rPr>
              <a:t>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C90A95-727B-C791-8F1B-ABFC8F652407}"/>
              </a:ext>
            </a:extLst>
          </p:cNvPr>
          <p:cNvSpPr txBox="1"/>
          <p:nvPr/>
        </p:nvSpPr>
        <p:spPr>
          <a:xfrm>
            <a:off x="7586956" y="1792662"/>
            <a:ext cx="293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808080"/>
                </a:highlight>
              </a:rPr>
              <a:t>I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82B194-D365-5A1D-A12C-87450619864D}"/>
              </a:ext>
            </a:extLst>
          </p:cNvPr>
          <p:cNvSpPr txBox="1"/>
          <p:nvPr/>
        </p:nvSpPr>
        <p:spPr>
          <a:xfrm>
            <a:off x="8521237" y="1423330"/>
            <a:ext cx="479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808080"/>
                </a:highlight>
              </a:rPr>
              <a:t>H*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A9994D-2568-C2C2-4968-D60DCA550B1F}"/>
              </a:ext>
            </a:extLst>
          </p:cNvPr>
          <p:cNvSpPr txBox="1"/>
          <p:nvPr/>
        </p:nvSpPr>
        <p:spPr>
          <a:xfrm>
            <a:off x="9459263" y="6150664"/>
            <a:ext cx="332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808080"/>
                </a:highlight>
              </a:rPr>
              <a:t>A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0EE3F7-7058-E00D-5FF3-4275AF3C5343}"/>
              </a:ext>
            </a:extLst>
          </p:cNvPr>
          <p:cNvCxnSpPr>
            <a:cxnSpLocks/>
          </p:cNvCxnSpPr>
          <p:nvPr/>
        </p:nvCxnSpPr>
        <p:spPr>
          <a:xfrm>
            <a:off x="9169133" y="6253163"/>
            <a:ext cx="184240" cy="82167"/>
          </a:xfrm>
          <a:prstGeom prst="line">
            <a:avLst/>
          </a:prstGeom>
          <a:ln w="444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6E3E948-67D7-5999-92F1-0C5DF1BBB49E}"/>
              </a:ext>
            </a:extLst>
          </p:cNvPr>
          <p:cNvCxnSpPr>
            <a:cxnSpLocks/>
          </p:cNvCxnSpPr>
          <p:nvPr/>
        </p:nvCxnSpPr>
        <p:spPr>
          <a:xfrm>
            <a:off x="9382886" y="5676025"/>
            <a:ext cx="242545" cy="0"/>
          </a:xfrm>
          <a:prstGeom prst="line">
            <a:avLst/>
          </a:prstGeom>
          <a:ln w="444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3331E86-92D8-2B09-8BFD-9908DAA37B34}"/>
              </a:ext>
            </a:extLst>
          </p:cNvPr>
          <p:cNvSpPr txBox="1"/>
          <p:nvPr/>
        </p:nvSpPr>
        <p:spPr>
          <a:xfrm>
            <a:off x="9663289" y="5489581"/>
            <a:ext cx="332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808080"/>
                </a:highlight>
              </a:rPr>
              <a:t>B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2059C3-A0A2-6CA2-DE51-1F53C1C8DB83}"/>
              </a:ext>
            </a:extLst>
          </p:cNvPr>
          <p:cNvCxnSpPr>
            <a:cxnSpLocks/>
          </p:cNvCxnSpPr>
          <p:nvPr/>
        </p:nvCxnSpPr>
        <p:spPr>
          <a:xfrm flipV="1">
            <a:off x="9514997" y="3862873"/>
            <a:ext cx="220867" cy="58283"/>
          </a:xfrm>
          <a:prstGeom prst="line">
            <a:avLst/>
          </a:prstGeom>
          <a:ln w="444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F357D71-6A1F-E02E-5A45-B12ABB79AF5C}"/>
              </a:ext>
            </a:extLst>
          </p:cNvPr>
          <p:cNvSpPr txBox="1"/>
          <p:nvPr/>
        </p:nvSpPr>
        <p:spPr>
          <a:xfrm>
            <a:off x="9814101" y="3656018"/>
            <a:ext cx="332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808080"/>
                </a:highlight>
              </a:rPr>
              <a:t>C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8CF0FAD-BAEC-3F01-4ED2-FDFC5F4B45B3}"/>
              </a:ext>
            </a:extLst>
          </p:cNvPr>
          <p:cNvCxnSpPr>
            <a:cxnSpLocks/>
          </p:cNvCxnSpPr>
          <p:nvPr/>
        </p:nvCxnSpPr>
        <p:spPr>
          <a:xfrm>
            <a:off x="9403178" y="3184892"/>
            <a:ext cx="222253" cy="0"/>
          </a:xfrm>
          <a:prstGeom prst="line">
            <a:avLst/>
          </a:prstGeom>
          <a:ln w="444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DC57C36-2CD8-1956-C9E6-3C73E7A4C002}"/>
              </a:ext>
            </a:extLst>
          </p:cNvPr>
          <p:cNvSpPr txBox="1"/>
          <p:nvPr/>
        </p:nvSpPr>
        <p:spPr>
          <a:xfrm>
            <a:off x="9683581" y="2998448"/>
            <a:ext cx="332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808080"/>
                </a:highlight>
              </a:rPr>
              <a:t>D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F9BCFAD-4856-3EE2-193A-F0A3252A09C7}"/>
              </a:ext>
            </a:extLst>
          </p:cNvPr>
          <p:cNvCxnSpPr>
            <a:cxnSpLocks/>
          </p:cNvCxnSpPr>
          <p:nvPr/>
        </p:nvCxnSpPr>
        <p:spPr>
          <a:xfrm flipV="1">
            <a:off x="9261253" y="2537044"/>
            <a:ext cx="174591" cy="43730"/>
          </a:xfrm>
          <a:prstGeom prst="line">
            <a:avLst/>
          </a:prstGeom>
          <a:ln w="444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70E61BB-6E18-8D0F-E414-60A30119F89F}"/>
              </a:ext>
            </a:extLst>
          </p:cNvPr>
          <p:cNvSpPr txBox="1"/>
          <p:nvPr/>
        </p:nvSpPr>
        <p:spPr>
          <a:xfrm>
            <a:off x="9517413" y="2352470"/>
            <a:ext cx="332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808080"/>
                </a:highlight>
              </a:rPr>
              <a:t>E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8E26B89-0FA5-433E-47A7-DF94F5B916C3}"/>
              </a:ext>
            </a:extLst>
          </p:cNvPr>
          <p:cNvCxnSpPr>
            <a:cxnSpLocks/>
          </p:cNvCxnSpPr>
          <p:nvPr/>
        </p:nvCxnSpPr>
        <p:spPr>
          <a:xfrm flipV="1">
            <a:off x="9169133" y="1978342"/>
            <a:ext cx="180095" cy="26144"/>
          </a:xfrm>
          <a:prstGeom prst="line">
            <a:avLst/>
          </a:prstGeom>
          <a:ln w="444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D21F797E-9133-7412-9FA9-CFBD58F95B9A}"/>
              </a:ext>
            </a:extLst>
          </p:cNvPr>
          <p:cNvSpPr txBox="1"/>
          <p:nvPr/>
        </p:nvSpPr>
        <p:spPr>
          <a:xfrm>
            <a:off x="9398659" y="1793533"/>
            <a:ext cx="332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808080"/>
                </a:highlight>
              </a:rPr>
              <a:t>F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E08CE2C-400D-3F19-D17E-53CF40D06F71}"/>
              </a:ext>
            </a:extLst>
          </p:cNvPr>
          <p:cNvCxnSpPr>
            <a:cxnSpLocks/>
          </p:cNvCxnSpPr>
          <p:nvPr/>
        </p:nvCxnSpPr>
        <p:spPr>
          <a:xfrm flipV="1">
            <a:off x="9065112" y="1265898"/>
            <a:ext cx="131276" cy="101459"/>
          </a:xfrm>
          <a:prstGeom prst="line">
            <a:avLst/>
          </a:prstGeom>
          <a:ln w="444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BF289680-DDC9-8D5F-A1EF-2EB76FA8EAEE}"/>
              </a:ext>
            </a:extLst>
          </p:cNvPr>
          <p:cNvSpPr txBox="1"/>
          <p:nvPr/>
        </p:nvSpPr>
        <p:spPr>
          <a:xfrm>
            <a:off x="9307970" y="961111"/>
            <a:ext cx="332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808080"/>
                </a:highlight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351170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911956C0A5B44395A1FF66436F0092" ma:contentTypeVersion="10" ma:contentTypeDescription="Create a new document." ma:contentTypeScope="" ma:versionID="5b5dc6be251038e8bd85eb6042746323">
  <xsd:schema xmlns:xsd="http://www.w3.org/2001/XMLSchema" xmlns:xs="http://www.w3.org/2001/XMLSchema" xmlns:p="http://schemas.microsoft.com/office/2006/metadata/properties" xmlns:ns3="30b9521b-e169-4664-869a-9d9ce20a1558" targetNamespace="http://schemas.microsoft.com/office/2006/metadata/properties" ma:root="true" ma:fieldsID="8594219d841187dd77b6491b95147c5d" ns3:_="">
    <xsd:import namespace="30b9521b-e169-4664-869a-9d9ce20a155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b9521b-e169-4664-869a-9d9ce20a155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0b9521b-e169-4664-869a-9d9ce20a1558" xsi:nil="true"/>
  </documentManagement>
</p:properties>
</file>

<file path=customXml/itemProps1.xml><?xml version="1.0" encoding="utf-8"?>
<ds:datastoreItem xmlns:ds="http://schemas.openxmlformats.org/officeDocument/2006/customXml" ds:itemID="{00C5D948-0FB3-416B-8F50-8A32F12B8B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b9521b-e169-4664-869a-9d9ce20a15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0A1C4C-E666-42FB-8234-0E1C031BA5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B11AB4-1B4A-4D62-8C9A-A8A45A70FBB7}">
  <ds:schemaRefs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30b9521b-e169-4664-869a-9d9ce20a1558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33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Karaesmen, Mehmet E</dc:creator>
  <cp:lastModifiedBy>Karaesmen, Mehmet E</cp:lastModifiedBy>
  <cp:revision>1</cp:revision>
  <dcterms:created xsi:type="dcterms:W3CDTF">2026-04-05T18:47:56Z</dcterms:created>
  <dcterms:modified xsi:type="dcterms:W3CDTF">2026-04-05T19:31:19Z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0x010100DA911956C0A5B44395A1FF66436F0092</vt:lpwstr>
  </property>
</Properties>
</file>