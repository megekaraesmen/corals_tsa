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2" r:id="rId5"/>
    <p:sldId id="259" r:id="rId6"/>
    <p:sldId id="265" r:id="rId7"/>
    <p:sldId id="266" r:id="rId8"/>
    <p:sldId id="261" r:id="rId9"/>
    <p:sldId id="260" r:id="rId10"/>
    <p:sldId id="263" r:id="rId11"/>
    <p:sldId id="264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78F1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8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F36C6A-2AB6-8052-4B71-6DE880C090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DE9FBAB-33D7-39BA-B1A9-D56B062159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897574-78E5-F627-0239-DB4A52AA89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AB2C18-7B66-4E3A-988E-4626A2EB4D24}" type="datetimeFigureOut">
              <a:rPr lang="en-US" smtClean="0"/>
              <a:t>11-Mar-26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4025E5-CC0A-50CC-C259-8532999F08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4DF30F-D81D-34CF-046B-CBDC793B5F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3BE7EC-6EC0-44F9-AB68-0E6D04C6B4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43958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46B124-87E3-5C58-EC29-71EF67968C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C4C53F-67B3-5109-8F3E-BC0CFC8281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AB03E2-4C39-B041-3AB3-4D9E5B7109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AB2C18-7B66-4E3A-988E-4626A2EB4D24}" type="datetimeFigureOut">
              <a:rPr lang="en-US" smtClean="0"/>
              <a:t>11-Mar-26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D5B8A3-D805-B9D8-C691-1851B56AEE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1E5313-80F1-17B4-770A-0229C40F3B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3BE7EC-6EC0-44F9-AB68-0E6D04C6B4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29107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8FD94A-199E-E0DC-0DCA-5603777D83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994388-2099-B89B-3B35-4344830E39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D79B4D-4A3A-AAFD-062E-11267BE999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AB2C18-7B66-4E3A-988E-4626A2EB4D24}" type="datetimeFigureOut">
              <a:rPr lang="en-US" smtClean="0"/>
              <a:t>11-Mar-26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6EAFF5-550C-484B-3147-C448B69924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BDC2C7-5DD4-F575-E643-44082997F0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3BE7EC-6EC0-44F9-AB68-0E6D04C6B4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89405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9342FB-BA50-1263-977F-3FA5B6901D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55A654-F26F-08E7-B44F-0C51553ADBF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A60FF0A-7F16-27DF-6F1D-DCEB629BAE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653DB1-E1BC-2209-3F57-D882F0FD06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AB2C18-7B66-4E3A-988E-4626A2EB4D24}" type="datetimeFigureOut">
              <a:rPr lang="en-US" smtClean="0"/>
              <a:t>11-Mar-26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48ADB5-4953-8E5A-85D4-0DE5FF3B7A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A37B40-97B1-A839-2F22-CF8D568C35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3BE7EC-6EC0-44F9-AB68-0E6D04C6B4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14289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4C51A-FEBE-E240-B7D3-667F802AB4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C7F592-B491-DCD8-4FFC-2992A6B428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D8DB7DE-E539-18F2-03D7-8B6B450988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E253807-91B4-29C5-2D84-C16F3B81663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F565020-FC7B-657A-B1FA-9E4D1442549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3EC5763-1611-6A4F-82C1-B250B515D9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AB2C18-7B66-4E3A-988E-4626A2EB4D24}" type="datetimeFigureOut">
              <a:rPr lang="en-US" smtClean="0"/>
              <a:t>11-Mar-26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10797D5-A93E-C69A-8249-8530C79D24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163E0EF-10EE-34F1-E43A-FE57F95FA4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3BE7EC-6EC0-44F9-AB68-0E6D04C6B4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04679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27ECF9-05D5-45A3-B942-8BFE9877A3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68D2925-5511-D01D-6E53-1659F26A1F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AB2C18-7B66-4E3A-988E-4626A2EB4D24}" type="datetimeFigureOut">
              <a:rPr lang="en-US" smtClean="0"/>
              <a:t>11-Mar-26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B3DFD4A-E871-D44B-9466-EFE85F9686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3532F78-E718-2B10-9905-4D78CBFF9A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3BE7EC-6EC0-44F9-AB68-0E6D04C6B4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92405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119CAA1-29F2-CA8E-8CAA-EEE7F3A22D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AB2C18-7B66-4E3A-988E-4626A2EB4D24}" type="datetimeFigureOut">
              <a:rPr lang="en-US" smtClean="0"/>
              <a:t>11-Mar-26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A53E54B-9DA1-F020-40A2-762EDF233E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B8F5B7-784F-CC4E-3D8E-4DE660C2DC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3BE7EC-6EC0-44F9-AB68-0E6D04C6B4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37424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134AC3-3EF0-1ED4-A61F-73EFAAFF94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D63957-C157-07CF-C89D-B82E2CCB98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25C08E8-7E0D-19B5-AB62-FA9EECDC73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E48C6C-12FD-B18E-5546-19E8920F71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AB2C18-7B66-4E3A-988E-4626A2EB4D24}" type="datetimeFigureOut">
              <a:rPr lang="en-US" smtClean="0"/>
              <a:t>11-Mar-26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6FB378-41BC-61F4-967A-52779E60BD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44FB5E-9D89-A9E3-346B-25874BEC3F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3BE7EC-6EC0-44F9-AB68-0E6D04C6B4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23655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1E9F1B-E437-1CD7-29E1-EA797D932B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F6913EF-69F1-3499-4CA4-2FA49AD95FA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AB5FEBC-DFAD-4B07-D316-1BA890E373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FA5929-9AFF-8EE7-2CBB-581E072591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AB2C18-7B66-4E3A-988E-4626A2EB4D24}" type="datetimeFigureOut">
              <a:rPr lang="en-US" smtClean="0"/>
              <a:t>11-Mar-26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9699BE-B9FF-3935-FACE-6587876281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3D9EEE-945B-4ADF-71B6-F3568902EC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3BE7EC-6EC0-44F9-AB68-0E6D04C6B4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43876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721E5F-B3A2-FFCC-C0E4-539E22D1C6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91308CB-DE83-A6F0-AE37-069F0335F7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1EB865-B4D4-673F-0C23-679C3222E8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AB2C18-7B66-4E3A-988E-4626A2EB4D24}" type="datetimeFigureOut">
              <a:rPr lang="en-US" smtClean="0"/>
              <a:t>11-Mar-26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495471-2C78-3844-F7A7-1639786393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F38BBB-F606-0B76-242E-D34FCC3574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3BE7EC-6EC0-44F9-AB68-0E6D04C6B4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48025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F12B9D5-0745-F94B-CB3A-14C0918C94B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13FEB49-5E4E-2FF3-C5DB-64ECF2E31C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67864B-6EDC-190C-CA74-555DBCFBC1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AB2C18-7B66-4E3A-988E-4626A2EB4D24}" type="datetimeFigureOut">
              <a:rPr lang="en-US" smtClean="0"/>
              <a:t>11-Mar-26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2F1CE5-BCF1-DFA2-948B-624BBEFC77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1C3872-F970-C71C-2CC4-86E9B42A20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3BE7EC-6EC0-44F9-AB68-0E6D04C6B4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1045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6B80786-7671-5834-C67C-6908ABE6CE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AAC848-913F-9C68-02AC-96B210130A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CFE907-A088-4DAF-CFE0-F4AF14E2D5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0AB2C18-7B66-4E3A-988E-4626A2EB4D24}" type="datetimeFigureOut">
              <a:rPr lang="en-US" smtClean="0"/>
              <a:t>11-Mar-26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569469-F5C5-66F3-CFE7-A1C26B6EE2D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BE5BD8-ADBC-C93E-B09A-257E339EF2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83BE7EC-6EC0-44F9-AB68-0E6D04C6B4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30753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457DED-0EB6-8105-D8C2-3AE931BC42B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New Age Model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1B96DB-4225-A30E-AB23-8F1C5BD1FDC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Based on climate observations forward modelling</a:t>
            </a:r>
          </a:p>
        </p:txBody>
      </p:sp>
    </p:spTree>
    <p:extLst>
      <p:ext uri="{BB962C8B-B14F-4D97-AF65-F5344CB8AC3E}">
        <p14:creationId xmlns:p14="http://schemas.microsoft.com/office/powerpoint/2010/main" val="3227604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4F4678-EF19-DBBC-69B6-30ABB336BA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Synthetic </a:t>
            </a:r>
            <a:r>
              <a:rPr lang="el-GR" dirty="0"/>
              <a:t>δ18</a:t>
            </a:r>
            <a:r>
              <a:rPr lang="en-US" dirty="0"/>
              <a:t>O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BC4C6B7-69B0-8D9B-3413-4390EC2FC4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9428" y="1709363"/>
            <a:ext cx="7669462" cy="3439274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8524AF54-3625-C77A-6337-746EADFDB511}"/>
              </a:ext>
            </a:extLst>
          </p:cNvPr>
          <p:cNvSpPr/>
          <p:nvPr/>
        </p:nvSpPr>
        <p:spPr>
          <a:xfrm>
            <a:off x="4158343" y="2724525"/>
            <a:ext cx="3429000" cy="762000"/>
          </a:xfrm>
          <a:prstGeom prst="rect">
            <a:avLst/>
          </a:prstGeom>
          <a:noFill/>
          <a:ln w="76200">
            <a:solidFill>
              <a:srgbClr val="FF0000"/>
            </a:solidFill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00590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2A011065-93A2-D6ED-D97F-DDE9F732173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6289" y="369173"/>
            <a:ext cx="10199422" cy="6119654"/>
          </a:xfrm>
          <a:prstGeom prst="rect">
            <a:avLst/>
          </a:prstGeom>
        </p:spPr>
      </p:pic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5BBE0408-3A94-3F4B-4485-542903BA0E7E}"/>
              </a:ext>
            </a:extLst>
          </p:cNvPr>
          <p:cNvSpPr/>
          <p:nvPr/>
        </p:nvSpPr>
        <p:spPr>
          <a:xfrm>
            <a:off x="3004457" y="2623457"/>
            <a:ext cx="1763486" cy="1730829"/>
          </a:xfrm>
          <a:prstGeom prst="roundRect">
            <a:avLst/>
          </a:prstGeom>
          <a:noFill/>
          <a:ln w="76200">
            <a:solidFill>
              <a:srgbClr val="E78F1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8093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523746-E6FB-C707-92DF-DCB0C669F0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B01D176-3688-E622-0359-10726D02D03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96" t="10009" b="5320"/>
          <a:stretch>
            <a:fillRect/>
          </a:stretch>
        </p:blipFill>
        <p:spPr>
          <a:xfrm>
            <a:off x="1823357" y="172450"/>
            <a:ext cx="8545286" cy="6513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81574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Content Placeholder 12">
            <a:extLst>
              <a:ext uri="{FF2B5EF4-FFF2-40B4-BE49-F238E27FC236}">
                <a16:creationId xmlns:a16="http://schemas.microsoft.com/office/drawing/2014/main" id="{7FFF7366-C9C7-E448-02A2-707F2F3A059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31" t="9279" b="5470"/>
          <a:stretch>
            <a:fillRect/>
          </a:stretch>
        </p:blipFill>
        <p:spPr>
          <a:xfrm>
            <a:off x="1610963" y="495905"/>
            <a:ext cx="8970073" cy="5866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29652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E000E3-6F52-B53D-6A05-8EB5DF5320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C938430-AFEA-5A39-47E5-5CD43A8464B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535" b="20859"/>
          <a:stretch>
            <a:fillRect/>
          </a:stretch>
        </p:blipFill>
        <p:spPr>
          <a:xfrm>
            <a:off x="598714" y="0"/>
            <a:ext cx="10667999" cy="68886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2852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38F0CA-603F-8892-B88F-5E648E6BEB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4256EFC-E428-BE83-4BB2-3E9F935F91D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331" b="20624"/>
          <a:stretch>
            <a:fillRect/>
          </a:stretch>
        </p:blipFill>
        <p:spPr>
          <a:xfrm>
            <a:off x="838200" y="61508"/>
            <a:ext cx="10364721" cy="6734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72946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DDB2B91-93C6-852D-C37B-F815F7BA8A8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06" t="10080" r="4188" b="3862"/>
          <a:stretch>
            <a:fillRect/>
          </a:stretch>
        </p:blipFill>
        <p:spPr>
          <a:xfrm>
            <a:off x="887691" y="397430"/>
            <a:ext cx="10416618" cy="60631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7839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F9EA591-6141-5482-E79E-89E3D9C156B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26" r="6935"/>
          <a:stretch>
            <a:fillRect/>
          </a:stretch>
        </p:blipFill>
        <p:spPr>
          <a:xfrm>
            <a:off x="317246" y="1200547"/>
            <a:ext cx="11557507" cy="44569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7403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FB7DE9E-BB55-C06F-59B6-E8F7AB8928B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66" t="8513" r="5416" b="8297"/>
          <a:stretch>
            <a:fillRect/>
          </a:stretch>
        </p:blipFill>
        <p:spPr>
          <a:xfrm>
            <a:off x="1758043" y="167570"/>
            <a:ext cx="8675914" cy="65228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35388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CA7E8D-DA67-AE32-5FC3-84EACB843F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D2F4A82-CACB-5577-B735-0A67330743C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771" t="5827" r="4769" b="6864"/>
          <a:stretch>
            <a:fillRect/>
          </a:stretch>
        </p:blipFill>
        <p:spPr>
          <a:xfrm>
            <a:off x="1611087" y="-72644"/>
            <a:ext cx="8882742" cy="69352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92068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129</TotalTime>
  <Words>12</Words>
  <Application>Microsoft Office PowerPoint</Application>
  <PresentationFormat>Widescreen</PresentationFormat>
  <Paragraphs>3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Aptos</vt:lpstr>
      <vt:lpstr>Aptos Display</vt:lpstr>
      <vt:lpstr>Arial</vt:lpstr>
      <vt:lpstr>Office Theme</vt:lpstr>
      <vt:lpstr>New Age Model</vt:lpstr>
      <vt:lpstr>Synthetic δ18O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Karaesmen, Mehmet E</dc:creator>
  <cp:lastModifiedBy>Karaesmen, Mehmet E</cp:lastModifiedBy>
  <cp:revision>2</cp:revision>
  <dcterms:created xsi:type="dcterms:W3CDTF">2026-03-11T15:23:02Z</dcterms:created>
  <dcterms:modified xsi:type="dcterms:W3CDTF">2026-03-11T17:32:05Z</dcterms:modified>
</cp:coreProperties>
</file>